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455" y="0"/>
            <a:ext cx="48490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455" y="0"/>
            <a:ext cx="484909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2026-09-29T12:40:45Z</dcterms:created>
  <dcterms:modified xsi:type="dcterms:W3CDTF">2026-09-29T12:40:45Z</dcterms:modified>
</cp:coreProperties>
</file>